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1, Part B — Creation. And this is the map.
Here's our main idea, and I want you to write this down: Beginnings — God creates, mankind falls, and grace begins its long march toward a Redeemer — and Creation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2:1-3. Follow along in the King James as I read.
Verse 1: "Thus the heavens and the earth were finished, and all the host of them." Verse 2: "And on the seventh day God ended his work which he had made; and he rested on the seventh day from all his work which he had made." Verse 3: "And God blessed the seventh day, and sanctified it: because that in it he had rested from all his work which God created and made."
[PAUSE]
Now here's the thing — look at what God is doing here. Holiness is not God's mood; it is His nature. We come on His terms or not at all.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2:4-5. Follow along in the King James as I read.
Verse 4: "These are the generations of the heavens and of the earth when they were created, in the day that the LORD God made the earth and the heavens," Verse 5: "And every plant of the field before it was in the earth, and every herb of the field before it grew: for the LORD God had not caused it to rain upon the earth, and there was not a man to till the ground."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2:6-8. Follow along in the King James as I read.
Verse 6: "But there went up a mist from the earth, and watered the whole face of the ground." Verse 7: "And the LORD God formed man of the dust of the ground, and breathed into his nostrils the breath of life; and man became a living soul." Verse 8: "And the LORD God planted a garden eastward in Eden; and there he put the man whom he had formed."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2:9-10. Follow along in the King James as I read.
Verse 9: "And out of the ground made the LORD God to grow every tree that is pleasant to the sight, and good for food; the tree of life also in the midst of the garden, and the tree of knowledge of good and evil." Verse 10: "And a river went out of Eden to water the garden; and from thence it was parted, and became into four heads."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2:11-13. Follow along in the King James as I read.
Verse 11: "The name of the first is Pison: that is it which compasseth the whole land of Havilah, where there is gold;" Verse 12: "And the gold of that land is good: there is bdellium and the onyx stone." Verse 13: "And the name of the second river is Gihon: the same is it that compasseth the whole land of Ethiopia."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2:14-15. Follow along in the King James as I read.
Verse 14: "And the name of the third river is Hiddekel: that is it which goeth toward the east of Assyria. And the fourth river is Euphrates." Verse 15: "And the LORD God took the man, and put him into the garden of Eden to dress it and to keep it."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2:16-18. Follow along in the King James as I read.
Verse 16: "And the LORD God commanded the man, saying, Of every tree of the garden thou mayest freely eat:" Verse 17: "But of the tree of the knowledge of good and evil, thou shalt not eat of it: for in the day that thou eatest thereof thou shalt surely die." Verse 18: "And the LORD God said, It is not good that the man should be alone; I will make him an help meet for him."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2:19-20. Follow along in the King James as I read.
Verse 19: "And out of the ground the LORD God formed every beast of the field, and every fowl of the air; and brought them unto Adam to see what he would call them: and whatsoever Adam called every living creature, that was the name thereof." Verse 20: "And Adam gave names to all cattle, and to the fowl of the air, and to every beast of the field; but for Adam there was not found an help meet for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2:21-23. Follow along in the King James as I read.
Verse 21: "And the LORD God caused a deep sleep to fall upon Adam, and he slept: and he took one of his ribs, and closed up the flesh instead thereof;" Verse 22: "And the rib, which the LORD God had taken from man, made he a woman, and brought her unto the man." Verse 23: "And Adam said, This is now bone of my bones, and flesh of my flesh: she shall be called Woman, because she was taken out of Man."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2:24-25. Follow along in the King James as I read.
Verse 24: "Therefore shall a man leave his father and his mother, and shall cleave unto his wife: and they shall be one flesh." Verse 25: "And they were both naked, the man and his wife, and were not ashamed."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2:1-25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2:1-25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hide our sin and manage our image rather than confess and be cleansed.
So let's get personal. Four questions — and don't answer the easy way.
Question 1. Where in creation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Creation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Creation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the LORD God formed man of the dust of the ground, and breathed into his nostrils the breath of life; and man became a living soul." — that's Genesis 2:7.
Here is the whole trail in three sentences. THEN: Moses delivered Creation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1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Creation</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2:1-25</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Creation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Thus the heavens and the earth were finished, and all the host of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on the seventh day God ended his work which he had made; and he rested on the seventh day from all his work which he had made.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blessed the seventh day, and sanctified it: because that in it he had rested from all his work which God created and made.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Holiness is not God's mood; it is His nature. We come on His terms or not at all.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generations of the heavens and of the earth when they were created, in the day that the LORD God made the earth and the heavens,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every plant of the field before it was in the earth, and every herb of the field before it grew: for the LORD God had not caused it to rain upon the earth, and there was not a man to till the ground.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there went up a mist from the earth, and watered the whole face of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formed man of the dust of the ground, and breathed into his nostrils the breath of life; and man became a living soul.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planted a garden eastward in Eden; and there he put the man whom he had formed.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out of the ground made the LORD God to grow every tree that is pleasant to the sight, and good for food; the tree of life also in the midst of the garden, and the tree of knowledge of good and evil.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 river went out of Eden to water the garden; and from thence it was parted, and became into four heads.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name of the first is Pison: that is it which compasseth the whole land of Havilah, where there is gold;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gold of that land is good: there is bdellium and the onyx stone.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name of the second river is Gihon: the same is it that compasseth the whole land of Ethiopia.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name of the third river is Hiddekel: that is it which goeth toward the east of Assyria. And the fourth river is Euphrates.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took the man, and put him into the garden of Eden to dress it and to keep it.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commanded the man, saying, Of every tree of the garden thou mayest freely 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of the tree of the knowledge of good and evil, thou shalt not eat of it: for in the day that thou eatest thereof thou shalt surely die.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said, It is not good that the man should be alone; I will make him an help meet for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out of the ground the LORD God formed every beast of the field, and every fowl of the air; and brought them unto Adam to see what he would call them: and whatsoever Adam called every living creature, that was the name thereof.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gave names to all cattle, and to the fowl of the air, and to every beast of the field; but for Adam there was not found an help meet for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2:21-23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caused a deep sleep to fall upon Adam, and he slept: and he took one of his ribs, and closed up the flesh instead thereof;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rib, which the LORD God had taken from man, made he a woman, and brought her unto the man.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said, This is now bone of my bones, and flesh of my flesh: she shall be called Woman, because she was taken out of Man.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2:24-25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Therefore shall a man leave his father and his mother, and shall cleave unto his wife: and they shall be one flesh.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were both naked, the man and his wife, and were not ashamed.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Creation.</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2:1-25.</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2:1-25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hide our sin and manage our image rather than confess and be cleansed.</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creation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Creation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Creation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the LORD God formed man of the dust of the ground, and breathed into his nostrils the breath of life; and man became a living soul."</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2:7</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Creation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Creation</dc:title>
  <dc:subject>Genesis 2:1-25</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