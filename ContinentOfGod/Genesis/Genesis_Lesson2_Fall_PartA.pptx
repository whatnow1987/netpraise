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2, Part A — Fall. And this is the map.
Here's our main idea, and I want you to write this down: Beginnings — God creates, mankind falls, and grace begins its long march toward a Redeemer — and Fall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3:1-3. Follow along in the King James as I read.
Verse 1: "Now the serpent was more subtil than any beast of the field which the LORD God had made. And he said unto the woman, Yea, hath God said, Ye shall not eat of every tree of the garden?" Verse 2: "And the woman said unto the serpent, We may eat of the fruit of the trees of the garden:" Verse 3: "But of the fruit of the tree which is in the midst of the garden, God hath said, Ye shall not eat of it, neither shall ye touch it, lest ye die."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3:4-5. Follow along in the King James as I read.
Verse 4: "And the serpent said unto the woman, Ye shall not surely die:" Verse 5: "For God doth know that in the day ye eat thereof, then your eyes shall be opened, and ye shall be as gods, knowing good and evil."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3:6-8. Follow along in the King James as I read.
Verse 6: "And when the woman saw that the tree was good for food, and that it was pleasant to the eyes, and a tree to be desired to make one wise, she took of the fruit thereof, and did eat, and gave also unto her husband with her; and he did eat." Verse 7: "And the eyes of them both were opened, and they knew that they were naked; and they sewed fig leaves together, and made themselves aprons." Verse 8: "And they heard the voice of the LORD God walking in the garden in the cool of the day: and Adam and his wife hid themselves from the presence of the LORD God amongst the trees of the garden."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3:9-10. Follow along in the King James as I read.
Verse 9: "And the LORD God called unto Adam, and said unto him, Where art thou?" Verse 10: "And he said, I heard thy voice in the garden, and I was afraid, because I was naked; and I hid myself."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3:11-13. Follow along in the King James as I read.
Verse 11: "And he said, Who told thee that thou wast naked? Hast thou eaten of the tree, whereof I commanded thee that thou shouldest not eat?" Verse 12: "And the man said, The woman whom thou gavest to be with me, she gave me of the tree, and I did eat." Verse 13: "And the LORD God said unto the woman, What is this that thou hast done? And the woman said, The serpent beguiled me, and I did eat."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3:14-15. Follow along in the King James as I read.
Verse 14: "And the LORD God said unto the serpent, Because thou hast done this, thou art cursed above all cattle, and above every beast of the field; upon thy belly shalt thou go, and dust shalt thou eat all the days of thy life:" Verse 15: "And I will put enmity between thee and the woman, and between thy seed and her seed; it shall bruise thy head, and thou shalt bruise his heel."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3:16-18. Follow along in the King James as I read.
Verse 16: "Unto the woman he said, I will greatly multiply thy sorrow and thy conception; in sorrow thou shalt bring forth children; and thy desire shall be to thy husband, and he shall rule over thee." Verse 17: "And unto Adam he said, Because thou hast hearkened unto the voice of thy wife, and hast eaten of the tree, of which I commanded thee, saying, Thou shalt not eat of it: cursed is the ground for thy sake; in sorrow shalt thou eat of it all the days of thy life;" Verse 18: "Thorns also and thistles shall it bring forth to thee; and thou shalt eat the herb of the field;"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3:19-20. Follow along in the King James as I read.
Verse 19: "In the sweat of thy face shalt thou eat bread, till thou return unto the ground; for out of it wast thou taken: for dust thou art, and unto dust shalt thou return." Verse 20: "And Adam called his wife’s name Eve; because she was the mother of all living."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3:21-23. Follow along in the King James as I read.
Verse 21: "Unto Adam also and to his wife did the LORD God make coats of skins, and clothed them." Verse 22: "And the LORD God said, Behold, the man is become as one of us, to know good and evil: and now, lest he put forth his hand, and take also of the tree of life, and eat, and live for ever:" Verse 23: "Therefore the LORD God sent him forth from the garden of Eden, to till the ground from whence he was taken."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3:24-4:1. Follow along in the King James as I read.
Verse 24: "So he drove out the man; and he placed at the east of the garden of Eden Cherubims, and a flaming sword which turned every way, to keep the way of the tree of life." Verse 1: "And Adam knew Eve his wife; and she conceived, and bare Cain, and said, I have gotten a man from the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4:2-4. Follow along in the King James as I read.
Verse 2: "And she again bare his brother Abel. And Abel was a keeper of sheep, but Cain was a tiller of the ground." Verse 3: "And in process of time it came to pass, that Cain brought of the fruit of the ground an offering unto the LORD." Verse 4: "And Abel, he also brought of the firstlings of his flock and of the fat thereof. And the LORD had respect unto Abel and to his offering:"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4:5-6. Follow along in the King James as I read.
Verse 5: "But unto Cain and to his offering he had not respect. And Cain was very wroth, and his countenance fell." Verse 6: "And the LORD said unto Cain, Why art thou wroth? and why is thy countenance fallen?"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4:7-9. Follow along in the King James as I read.
Verse 7: "If thou doest well, shalt thou not be accepted? and if thou doest not well, sin lieth at the door. And unto thee shall be his desire, and thou shalt rule over him." Verse 8: "And Cain talked with Abel his brother: and it came to pass, when they were in the field, that Cain rose up against Abel his brother, and slew him." Verse 9: "And the LORD said unto Cain, Where is Abel thy brother? And he said, I know not: Am I my brother’s keeper?"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4:10-11. Follow along in the King James as I read.
Verse 10: "And he said, What hast thou done? the voice of thy brother’s blood crieth unto me from the ground." Verse 11: "And now art thou cursed from the earth, which hath opened her mouth to receive thy brother’s blood from thy hand;"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4:12-14. Follow along in the King James as I read.
Verse 12: "When thou tillest the ground, it shall not henceforth yield unto thee her strength; a fugitive and a vagabond shalt thou be in the earth." Verse 13: "And Cain said unto the LORD, My punishment is greater than I can bear." Verse 14: "Behold, thou hast driven me out this day from the face of the earth; and from thy face shall I be hid; and I shall be a fugitive and a vagabond in the earth; and it shall come to pass, that every one that findeth me shall slay me."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4:15-16. Follow along in the King James as I read.
Verse 15: "And the LORD said unto him, Therefore whosoever slayeth Cain, vengeance shall be taken on him sevenfold. And the LORD set a mark upon Cain, lest any finding him should kill him." Verse 16: "And Cain went out from the presence of the LORD, and dwelt in the land of Nod, on the east of Eden."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4:17-19. Follow along in the King James as I read.
Verse 17: "And Cain knew his wife; and she conceived, and bare Enoch: and he builded a city, and called the name of the city, after the name of his son, Enoch." Verse 18: "And unto Enoch was born Irad: and Irad begat Mehujael: and Mehujael begat Methusael: and Methusael begat Lamech." Verse 19: "And Lamech took unto him two wives: the name of the one was Adah, and the name of the other Zillah."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4:20-21. Follow along in the King James as I read.
Verse 20: "And Adah bare Jabal: he was the father of such as dwell in tents, and of such as have cattle." Verse 21: "And his brother’s name was Jubal: he was the father of all such as handle the harp and organ."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4:22-24. Follow along in the King James as I read.
Verse 22: "And Zillah, she also bare Tubalcain, an instructer of every artificer in brass and iron: and the sister of Tubalcain was Naamah." Verse 23: "And Lamech said unto his wives, Adah and Zillah, Hear my voice; ye wives of Lamech, hearken unto my speech: for I have slain a man to my wounding, and a young man to my hurt." Verse 24: "If Cain shall be avenged sevenfold, truly Lamech seventy and sevenfold."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4:25-26. Follow along in the King James as I read.
Verse 25: "And Adam knew his wife again; and she bare a son, and called his name Seth: For God, said she, hath appointed me another seed instead of Abel, whom Cain slew." Verse 26: "And to Seth, to him also there was born a son; and he called his name Enos: then began men to call upon the name of the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3:1-4:26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3:1-4:26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trust our own management of life instead of the God who actually runs it.
So let's get personal. Four questions — and don't answer the easy way.
Question 1. Where in fall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Fall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Fall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I will put enmity between thee and the woman, and between thy seed and her seed; it shall bruise thy head, and thou shalt bruise his heel." — that's Genesis 3:15.
Here is the whole trail in three sentences. THEN: Moses delivered Fall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2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Fall</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3:1-4:26</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Fall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3:15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 serpent was more subtil than any beast of the field which the LORD God had made. And he said unto the woman, Yea, hath God said, Ye shall not eat of every tree of the garden?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woman said unto the serpent, We may eat of the fruit of the trees of the garden: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of the fruit of the tree which is in the midst of the garden, God hath said, Ye shall not eat of it, neither shall ye touch it, lest ye die.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serpent said unto the woman, Ye shall not surely die: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God doth know that in the day ye eat thereof, then your eyes shall be opened, and ye shall be as gods, knowing good and evil.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the woman saw that the tree was good for food, and that it was pleasant to the eyes, and a tree to be desired to make one wise, she took of the fruit thereof, and did eat, and gave also unto her husband with her; and he did 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eyes of them both were opened, and they knew that they were naked; and they sewed fig leaves together, and made themselves aprons.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heard the voice of the LORD God walking in the garden in the cool of the day: and Adam and his wife hid themselves from the presence of the LORD God amongst the trees of the garden.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called unto Adam, and said unto him, Where art thou?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I heard thy voice in the garden, and I was afraid, because I was naked; and I hid myself.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Who told thee that thou wast naked? Hast thou eaten of the tree, whereof I commanded thee that thou shouldest not 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man said, The woman whom thou gavest to be with me, she gave me of the tree, and I did 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said unto the woman, What is this that thou hast done? And the woman said, The serpent beguiled me, and I did eat.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said unto the serpent, Because thou hast done this, thou art cursed above all cattle, and above every beast of the field; upon thy belly shalt thou go, and dust shalt thou eat all the days of thy life: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put enmity between thee and the woman, and between thy seed and her seed; it shall bruise thy head, and thou shalt bruise his heel.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Unto the woman he said, I will greatly multiply thy sorrow and thy conception; in sorrow thou shalt bring forth children; and thy desire shall be to thy husband, and he shall rule over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unto Adam he said, Because thou hast hearkened unto the voice of thy wife, and hast eaten of the tree, of which I commanded thee, saying, Thou shalt not eat of it: cursed is the ground for thy sake; in sorrow shalt thou eat of it all the days of thy life;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Thorns also and thistles shall it bring forth to thee; and thou shalt eat the herb of the field;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In the sweat of thy face shalt thou eat bread, till thou return unto the ground; for out of it wast thou taken: for dust thou art, and unto dust shalt thou return.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called his wife’s name Eve; because she was the mother of all living.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Unto Adam also and to his wife did the LORD God make coats of skins, and clothed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God said, Behold, the man is become as one of us, to know good and evil: and now, lest he put forth his hand, and take also of the tree of life, and eat, and live for ever: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Therefore the LORD God sent him forth from the garden of Eden, to till the ground from whence he was taken.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3:24-4:1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So he drove out the man; and he placed at the east of the garden of Eden Cherubims, and a flaming sword which turned every way, to keep the way of the tree of life.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knew Eve his wife; and she conceived, and bare Cain, and said, I have gotten a man from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again bare his brother Abel. And Abel was a keeper of sheep, but Cain was a tiller of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in process of time it came to pass, that Cain brought of the fruit of the ground an offering unto the LORD.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Abel, he also brought of the firstlings of his flock and of the fat thereof. And the LORD had respect unto Abel and to his offering: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4:5-6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unto Cain and to his offering he had not respect. And Cain was very wroth, and his countenance fell.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unto Cain, Why art thou wroth? and why is thy countenance fallen?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4:7-9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If thou doest well, shalt thou not be accepted? and if thou doest not well, sin lieth at the door. And unto thee shall be his desire, and thou shalt rule over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 talked with Abel his brother: and it came to pass, when they were in the field, that Cain rose up against Abel his brother, and slew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unto Cain, Where is Abel thy brother? And he said, I know not: Am I my brother’s keeper?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4:10-11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What hast thou done? the voice of thy brother’s blood crieth unto me from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now art thou cursed from the earth, which hath opened her mouth to receive thy brother’s blood from thy hand;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4:12-14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When thou tillest the ground, it shall not henceforth yield unto thee her strength; a fugitive and a vagabond shalt thou be in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 said unto the LORD, My punishment is greater than I can bear.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Behold, thou hast driven me out this day from the face of the earth; and from thy face shall I be hid; and I shall be a fugitive and a vagabond in the earth; and it shall come to pass, that every one that findeth me shall slay 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4:15-16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said unto him, Therefore whosoever slayeth Cain, vengeance shall be taken on him sevenfold. And the LORD set a mark upon Cain, lest any finding him should kill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 went out from the presence of the LORD, and dwelt in the land of Nod, on the east of Eden.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4:17-19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Cain knew his wife; and she conceived, and bare Enoch: and he builded a city, and called the name of the city, after the name of his son, Enoch.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unto Enoch was born Irad: and Irad begat Mehujael: and Mehujael begat Methusael: and Methusael begat Lamech.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Lamech took unto him two wives: the name of the one was Adah, and the name of the other Zillah.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4:20-21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Adah bare Jabal: he was the father of such as dwell in tents, and of such as have cattle.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his brother’s name was Jubal: he was the father of all such as handle the harp and organ.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4:22-24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Zillah, she also bare Tubalcain, an instructer of every artificer in brass and iron: and the sister of Tubalcain was Naamah.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Lamech said unto his wives, Adah and Zillah, Hear my voice; ye wives of Lamech, hearken unto my speech: for I have slain a man to my wounding, and a young man to my hurt.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If Cain shall be avenged sevenfold, truly Lamech seventy and sevenfold.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4:25-26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Adam knew his wife again; and she bare a son, and called his name Seth: For God, said she, hath appointed me another seed instead of Abel, whom Cain slew.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to Seth, to him also there was born a son; and he called his name Enos: then began men to call upon the name of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Fall.</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3:1-4:26.</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3:1-4:26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trust our own management of life instead of the God who actually runs it.</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fall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Fall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Fall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I will put enmity between thee and the woman, and between thy seed and her seed; it shall bruise thy head, and thou shalt bruise his heel."</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3:15</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Fall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Fall</dc:title>
  <dc:subject>Genesis 3:1-4:26</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