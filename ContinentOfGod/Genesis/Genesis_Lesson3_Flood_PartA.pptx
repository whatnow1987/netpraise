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3, Part A — Flood. And this is the map.
Here's our main idea, and I want you to write this down: Beginnings — God creates, mankind falls, and grace begins its long march toward a Redeemer — and Flood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Creation / Fall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6:1-3. Follow along in the King James as I read.
Verse 1: "And it came to pass, when men began to multiply on the face of the earth, and daughters were born unto them," Verse 2: "That the sons of God saw the daughters of men that they were fair; and they took them wives of all which they chose." Verse 3: "And the LORD said, My spirit shall not always strive with man, for that he also is flesh: yet his days shall be an hundred and twenty years."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6:4-5. Follow along in the King James as I read.
Verse 4: "There were giants in the earth in those days; and also after that, when the sons of God came in unto the daughters of men, and they bare children to them, the same became mighty men which were of old, men of renown." Verse 5: "And God saw that the wickedness of man was great in the earth, and that every imagination of the thoughts of his heart was only evil continually."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6:6-8. Follow along in the King James as I read.
Verse 6: "And it repented the LORD that he had made man on the earth, and it grieved him at his heart." Verse 7: "And the LORD said, I will destroy man whom I have created from the face of the earth; both man, and beast, and the creeping thing, and the fowls of the air; for it repenteth me that I have made them." Verse 8: "But Noah found grace in the eyes of the LORD."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6:9-10. Follow along in the King James as I read.
Verse 9: "These are the generations of Noah: Noah was a just man and perfect in his generations, and Noah walked with God." Verse 10: "And Noah begat three sons, Shem, Ham, and Japheth."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6:11-13. Follow along in the King James as I read.
Verse 11: "The earth also was corrupt before God, and the earth was filled with violence." Verse 12: "And God looked upon the earth, and, behold, it was corrupt; for all flesh had corrupted his way upon the earth." Verse 13: "And God said unto Noah, The end of all flesh is come before me; for the earth is filled with violence through them; and, behold, I will destroy them with the earth."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6:14-15. Follow along in the King James as I read.
Verse 14: "Make thee an ark of gopher wood; rooms shalt thou make in the ark, and shalt pitch it within and without with pitch." Verse 15: "And this is the fashion which thou shalt make it of: The length of the ark shall be three hundred cubits, the breadth of it fifty cubits, and the height of it thirty cubits."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6:16-18. Follow along in the King James as I read.
Verse 16: "A window shalt thou make to the ark, and in a cubit shalt thou finish it above; and the door of the ark shalt thou set in the side thereof; with lower, second, and third stories shalt thou make it." Verse 17: "And, behold, I, even I, do bring a flood of waters upon the earth, to destroy all flesh, wherein is the breath of life, from under heaven; and every thing that is in the earth shall die." Verse 18: "But with thee will I establish my covenant; and thou shalt come into the ark, thou, and thy sons, and thy wife, and thy sons’ wives with thee."
[PAUSE]
Now here's the thing — look at what God is doing here. God's promises are not hopes; they are guarantees signed in His own faithfulness.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6:19-20. Follow along in the King James as I read.
Verse 19: "And of every living thing of all flesh, two of every sort shalt thou bring into the ark, to keep them alive with thee; they shall be male and female." Verse 20: "Of fowls after their kind, and of cattle after their kind, of every creeping thing of the earth after his kind, two of every sort shall come unto thee, to keep them alive."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6:21-7:1. Follow along in the King James as I read.
Verse 21: "And take thou unto thee of all food that is eaten, and thou shalt gather it to thee; and it shall be for food for thee, and for them." Verse 22: "Thus did Noah; according to all that God commanded him, so did he." Verse 1: "And the LORD said unto Noah, Come thou and all thy house into the ark; for thee have I seen righteous before me in this generation."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7:2-3. Follow along in the King James as I read.
Verse 2: "Of every clean beast thou shalt take to thee by sevens, the male and his female: and of beasts that are not clean by two, the male and his female." Verse 3: "Of fowls also of the air by sevens, the male and the female; to keep seed alive upon the face of all the earth."
[PAUSE]
Now here's the thing — look at what God is doing here. Holiness is not God's mood; it is His nature. We come on His terms or not at all.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7:4-6. Follow along in the King James as I read.
Verse 4: "For yet seven days, and I will cause it to rain upon the earth forty days and forty nights; and every living substance that I have made will I destroy from off the face of the earth." Verse 5: "And Noah did according unto all that the LORD commanded him." Verse 6: "And Noah was six hundred years old when the flood of waters was upon the earth."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7:7-8. Follow along in the King James as I read.
Verse 7: "And Noah went in, and his sons, and his wife, and his sons’ wives with him, into the ark, because of the waters of the flood." Verse 8: "Of clean beasts, and of beasts that are not clean, and of fowls, and of every thing that creepeth upon the earth,"
[PAUSE]
Now here's the thing — look at what God is doing here. Holiness is not God's mood; it is His nature. We come on His terms or not at all.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7:9-11. Follow along in the King James as I read.
Verse 9: "There went in two and two unto Noah into the ark, the male and the female, as God had commanded Noah." Verse 10: "And it came to pass after seven days, that the waters of the flood were upon the earth." Verse 11: "In the six hundredth year of Noah’s life, in the second month, the seventeenth day of the month, the same day were all the fountains of the great deep broken up, and the windows of heaven were opened."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7:13-14. Follow along in the King James as I read.
Verse 13: "In the selfsame day entered Noah, and Shem, and Ham, and Japheth, the sons of Noah, and Noah’s wife, and the three wives of his sons with them, into the ark;" Verse 14: "They, and every beast after his kind, and all the cattle after their kind, and every creeping thing that creepeth upon the earth after his kind, and every fowl after his kind, every bird of every sort."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7:15-17. Follow along in the King James as I read.
Verse 15: "And they went in unto Noah into the ark, two and two of all flesh, wherein is the breath of life." Verse 16: "And they that went in, went in male and female of all flesh, as God had commanded him: and the LORD shut him in." Verse 17: "And the flood was forty days upon the earth; and the waters increased, and bare up the ark, and it was lift up above the earth."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7:18-19. Follow along in the King James as I read.
Verse 18: "And the waters prevailed, and were increased greatly upon the earth; and the ark went upon the face of the waters." Verse 19: "And the waters prevailed exceedingly upon the earth; and all the high hills, that were under the whole heaven, were covered."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7:20-22. Follow along in the King James as I read.
Verse 20: "Fifteen cubits upward did the waters prevail; and the mountains were covered." Verse 21: "And all flesh died that moved upon the earth, both of fowl, and of cattle, and of beast, and of every creeping thing that creepeth upon the earth, and every man:" Verse 22: "All in whose nostrils was the breath of life, of all that was in the dry land, died."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7:23-24. Follow along in the King James as I read.
Verse 23: "And every living substance was destroyed which was upon the face of the ground, both man, and cattle, and the creeping things, and the fowl of the heaven; and they were destroyed from the earth: and Noah only remained alive, and they that were with him in the ark." Verse 24: "And the waters prevailed upon the earth an hundred and fifty days."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8:1-3. Follow along in the King James as I read.
Verse 1: "And God remembered Noah, and every living thing, and all the cattle that was with him in the ark: and God made a wind to pass over the earth, and the waters asswaged;" Verse 2: "The fountains also of the deep and the windows of heaven were stopped, and the rain from heaven was restrained;" Verse 3: "And the waters returned from off the earth continually: and after the end of the hundred and fifty days the waters were abated."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8:4-5. Follow along in the King James as I read.
Verse 4: "And the ark rested in the seventh month, on the seventeenth day of the month, upon the mountains of Ararat." Verse 5: "And the waters decreased continually until the tenth month: in the tenth month, on the first day of the month, were the tops of the mountains seen."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8:6-8. Follow along in the King James as I read.
Verse 6: "And it came to pass at the end of forty days, that Noah opened the window of the ark which he had made:" Verse 7: "And he sent forth a raven, which went forth to and fro, until the waters were dried up from off the earth." Verse 8: "Also he sent forth a dove from him, to see if the waters were abated from off the face of the ground;"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8:9-10. Follow along in the King James as I read.
Verse 9: "But the dove found no rest for the sole of her foot, and she returned unto him into the ark, for the waters were on the face of the whole earth: then he put forth his hand, and took her, and pulled her in unto him into the ark." Verse 10: "And he stayed yet other seven days; and again he sent forth the dove out of the ark;"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8:11-13. Follow along in the King James as I read.
Verse 11: "And the dove came in to him in the evening; and, lo, in her mouth was an olive leaf pluckt off: so Noah knew that the waters were abated from off the earth." Verse 12: "And he stayed yet other seven days; and sent forth the dove; which returned not again unto him any more." Verse 13: "And it came to pass in the six hundredth and first year, in the first month, the first day of the month, the waters were dried up from off the earth: and Noah removed the covering of the ark, and looked, and, behold, the face of the ground was dry."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8:14-15. Follow along in the King James as I read.
Verse 14: "And in the second month, on the seven and twentieth day of the month, was the earth dried." Verse 15: "And God spake unto Noah, saying,"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8:16-18. Follow along in the King James as I read.
Verse 16: "Go forth of the ark, thou, and thy wife, and thy sons, and thy sons’ wives with thee." Verse 17: "Bring forth with thee every living thing that is with thee, of all flesh, both of fowl, and of cattle, and of every creeping thing that creepeth upon the earth; that they may breed abundantly in the earth, and be fruitful, and multiply upon the earth." Verse 18: "And Noah went forth, and his sons, and his wife, and his sons’ wives with him:"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8:19-20. Follow along in the King James as I read.
Verse 19: "Every beast, every creeping thing, and every fowl, and whatsoever creepeth upon the earth, after their kinds, went forth out of the ark." Verse 20: "And Noah builded an altar unto the LORD; and took of every clean beast, and of every clean fowl, and offered burnt offerings on the altar."
[PAUSE]
Now here's the thing — look at what God is doing here. Holiness is not God's mood; it is His nature. We come on His terms or not at all.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8:21. Follow along in the King James as I read.
Verse 21: "And the LORD smelled a sweet savour; and the LORD said in his heart, I will not again curse the ground any more for man’s sake; for the imagination of man’s heart is evil from his youth; neither will I again smite any more every thing living, as I have done."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6:1-8:22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6:1-8:22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trust our own management of life instead of the God who actually runs it.
So let's get personal. Four questions — and don't answer the easy way.
Question 1. Where in flood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Flood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Flood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"And the LORD said, My spirit shall not always strive with man, for that he also is flesh: yet his days shall be an hundred and twenty years." — that's Genesis 6:3.
Here is the whole trail in three sentences. THEN: Moses delivered Flood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3 · PART A</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Flood</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6:1-8:22</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Flood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6:3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B89442"/>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Text 5"/>
          <p:cNvSpPr/>
          <p:nvPr/>
        </p:nvSpPr>
        <p:spPr>
          <a:xfrm>
            <a:off x="2743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8" name="Shape 6"/>
          <p:cNvSpPr/>
          <p:nvPr/>
        </p:nvSpPr>
        <p:spPr>
          <a:xfrm>
            <a:off x="1522476" y="1051560"/>
            <a:ext cx="955548" cy="777240"/>
          </a:xfrm>
          <a:prstGeom prst="roundRect">
            <a:avLst>
              <a:gd name="adj" fmla="val 7059"/>
            </a:avLst>
          </a:prstGeom>
          <a:solidFill>
            <a:srgbClr val="1D2B1F"/>
          </a:solidFill>
          <a:ln w="12700">
            <a:solidFill>
              <a:srgbClr val="B89442"/>
            </a:solidFill>
            <a:prstDash val="solid"/>
          </a:ln>
        </p:spPr>
      </p:sp>
      <p:sp>
        <p:nvSpPr>
          <p:cNvPr id="9" name="Text 7"/>
          <p:cNvSpPr/>
          <p:nvPr/>
        </p:nvSpPr>
        <p:spPr>
          <a:xfrm>
            <a:off x="15224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 men began to multiply on the face of the earth, and daughters were born unto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That the sons of God saw the daughters of men that they were fair; and they took them wives of all which they chose.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said, My spirit shall not always strive with man, for that he also is flesh: yet his days shall be an hundred and twenty years.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There were giants in the earth in those days; and also after that, when the sons of God came in unto the daughters of men, and they bare children to them, the same became mighty men which were of old, men of renown.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saw that the wickedness of man was great in the earth, and that every imagination of the thoughts of his heart was only evil continually.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6:6-8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repented the LORD that he had made man on the earth, and it grieved him at his heart.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said, I will destroy man whom I have created from the face of the earth; both man, and beast, and the creeping thing, and the fowls of the air; for it repenteth me that I have made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Noah found grace in the eyes of the LORD.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6:9-10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are the generations of Noah: Noah was a just man and perfect in his generations, and Noah walked with God.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begat three sons, Shem, Ham, and Japheth.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6:11-13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earth also was corrupt before God, and the earth was filled with violence.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looked upon the earth, and, behold, it was corrupt; for all flesh had corrupted his way upon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unto Noah, The end of all flesh is come before me; for the earth is filled with violence through them; and, behold, I will destroy them with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6:14-15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Make thee an ark of gopher wood; rooms shalt thou make in the ark, and shalt pitch it within and without with pitch.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this is the fashion which thou shalt make it of: The length of the ark shall be three hundred cubits, the breadth of it fifty cubits, and the height of it thirty cubits.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6:16-18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 window shalt thou make to the ark, and in a cubit shalt thou finish it above; and the door of the ark shalt thou set in the side thereof; with lower, second, and third stories shalt thou make it.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behold, I, even I, do bring a flood of waters upon the earth, to destroy all flesh, wherein is the breath of life, from under heaven; and every thing that is in the earth shall die.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with thee will I establish my covenant; and thou shalt come into the ark, thou, and thy sons, and thy wife, and thy sons’ wives with thee.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God's promises are not hopes; they are guarantees signed in His own faithfulness.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6:19-20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of every living thing of all flesh, two of every sort shalt thou bring into the ark, to keep them alive with thee; they shall be male and female.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Of fowls after their kind, and of cattle after their kind, of every creeping thing of the earth after his kind, two of every sort shall come unto thee, to keep them alive.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6:21-7:1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take thou unto thee of all food that is eaten, and thou shalt gather it to thee; and it shall be for food for thee, and for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Thus did Noah; according to all that God commanded him, so did he.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said unto Noah, Come thou and all thy house into the ark; for thee have I seen righteous before me in this generation.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Of every clean beast thou shalt take to thee by sevens, the male and his female: and of beasts that are not clean by two, the male and his female.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Of fowls also of the air by sevens, the male and the female; to keep seed alive upon the face of all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Holiness is not God's mood; it is His nature. We come on His terms or not at all.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7:4-6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yet seven days, and I will cause it to rain upon the earth forty days and forty nights; and every living substance that I have made will I destroy from off the face of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did according unto all that the LORD commanded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was six hundred years old when the flood of waters was upon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7:7-8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went in, and his sons, and his wife, and his sons’ wives with him, into the ark, because of the waters of the flood.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Of clean beasts, and of beasts that are not clean, and of fowls, and of every thing that creepeth upon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Holiness is not God's mood; it is His nature. We come on His terms or not at all.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7:9-11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There went in two and two unto Noah into the ark, the male and the female, as God had commanded Noah.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after seven days, that the waters of the flood were upon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In the six hundredth year of Noah’s life, in the second month, the seventeenth day of the month, the same day were all the fountains of the great deep broken up, and the windows of heaven were opened.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7:13-14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In the selfsame day entered Noah, and Shem, and Ham, and Japheth, the sons of Noah, and Noah’s wife, and the three wives of his sons with them, into the ark;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They, and every beast after his kind, and all the cattle after their kind, and every creeping thing that creepeth upon the earth after his kind, and every fowl after his kind, every bird of every sort.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7:15-17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went in unto Noah into the ark, two and two of all flesh, wherein is the breath of life.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that went in, went in male and female of all flesh, as God had commanded him: and the LORD shut him in.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flood was forty days upon the earth; and the waters increased, and bare up the ark, and it was lift up above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7:18-19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waters prevailed, and were increased greatly upon the earth; and the ark went upon the face of the waters.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waters prevailed exceedingly upon the earth; and all the high hills, that were under the whole heaven, were covered.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7:20-22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Fifteen cubits upward did the waters prevail; and the mountains were covered.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flesh died that moved upon the earth, both of fowl, and of cattle, and of beast, and of every creeping thing that creepeth upon the earth, and every man: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All in whose nostrils was the breath of life, of all that was in the dry land, died.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7:23-24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every living substance was destroyed which was upon the face of the ground, both man, and cattle, and the creeping things, and the fowl of the heaven; and they were destroyed from the earth: and Noah only remained alive, and they that were with him in the ark.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waters prevailed upon the earth an hundred and fifty days.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remembered Noah, and every living thing, and all the cattle that was with him in the ark: and God made a wind to pass over the earth, and the waters asswaged;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fountains also of the deep and the windows of heaven were stopped, and the rain from heaven was restrained;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waters returned from off the earth continually: and after the end of the hundred and fifty days the waters were abated.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ark rested in the seventh month, on the seventeenth day of the month, upon the mountains of Ararat.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waters decreased continually until the tenth month: in the tenth month, on the first day of the month, were the tops of the mountains seen.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8:6-8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at the end of forty days, that Noah opened the window of the ark which he had made: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sent forth a raven, which went forth to and fro, until the waters were dried up from off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Also he sent forth a dove from him, to see if the waters were abated from off the face of the ground;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8:9-10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the dove found no rest for the sole of her foot, and she returned unto him into the ark, for the waters were on the face of the whole earth: then he put forth his hand, and took her, and pulled her in unto him into the ark.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stayed yet other seven days; and again he sent forth the dove out of the ark;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8:11-13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dove came in to him in the evening; and, lo, in her mouth was an olive leaf pluckt off: so Noah knew that the waters were abated from off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stayed yet other seven days; and sent forth the dove; which returned not again unto him any more.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in the six hundredth and first year, in the first month, the first day of the month, the waters were dried up from off the earth: and Noah removed the covering of the ark, and looked, and, behold, the face of the ground was dry.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8:14-15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in the second month, on the seven and twentieth day of the month, was the earth dried.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spake unto Noah, saying,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8:16-18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Go forth of the ark, thou, and thy wife, and thy sons, and thy sons’ wives with thee.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Bring forth with thee every living thing that is with thee, of all flesh, both of fowl, and of cattle, and of every creeping thing that creepeth upon the earth; that they may breed abundantly in the earth, and be fruitful, and multiply upon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went forth, and his sons, and his wife, and his sons’ wives with him: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8:19-20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Every beast, every creeping thing, and every fowl, and whatsoever creepeth upon the earth, after their kinds, went forth out of the ark.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builded an altar unto the LORD; and took of every clean beast, and of every clean fowl, and offered burnt offerings on the altar.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Holiness is not God's mood; it is His nature. We come on His terms or not at all.</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8:21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smelled a sweet savour; and the LORD said in his heart, I will not again curse the ground any more for man’s sake; for the imagination of man’s heart is evil from his youth; neither will I again smite any more every thing living, as I have done.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Flood.</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6:1-8:22.</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Creation / Fall.</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6:1-8:22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trust our own management of life instead of the God who actually runs it.</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flood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Flood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Flood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"And the LORD said, My spirit shall not always strive with man, for that he also is flesh: yet his days shall be an hundred and twenty years."</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6:3</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Flood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Flood</dc:title>
  <dc:subject>Genesis 6:1-8:22</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