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3, Part B — Flood. And this is the map.
Here's our main idea, and I want you to write this down: Beginnings — God creates, mankind falls, and grace begins its long march toward a Redeemer — and Flood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Creation / Fall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9:1-3. Follow along in the King James as I read.
Verse 1: "And God blessed Noah and his sons, and said unto them, Be fruitful, and multiply, and replenish the earth." Verse 2: "And the fear of you and the dread of you shall be upon every beast of the earth, and upon every fowl of the air, upon all that moveth upon the earth, and upon all the fishes of the sea; into your hand are they delivered." Verse 3: "Every moving thing that liveth shall be meat for you; even as the green herb have I given you all things."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9:4-5. Follow along in the King James as I read.
Verse 4: "But flesh with the life thereof, which is the blood thereof, shall ye not eat." Verse 5: "And surely your blood of your lives will I require; at the hand of every beast will I require it, and at the hand of man; at the hand of every man’s brother will I require the life of man."
[PAUSE]
Now here's the thing — look at what God is doing here. Every line of Scripture is a road, and every road runs to the cross.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9:6-8. Follow along in the King James as I read.
Verse 6: "Whoso sheddeth man’s blood, by man shall his blood be shed: for in the image of God made he man." Verse 7: "And you, be ye fruitful, and multiply; bring forth abundantly in the earth, and multiply therein." Verse 8: "And God spake unto Noah, and to his sons with him, saying,"
[PAUSE]
Now here's the thing — look at what God is doing here. Every line of Scripture is a road, and every road runs to the cross.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9:9-10. Follow along in the King James as I read.
Verse 9: "And I, behold, I establish my covenant with you, and with your seed after you;" Verse 10: "And with every living creature that is with you, of the fowl, of the cattle, and of every beast of the earth with you; from all that go out of the ark, to every beast of the earth."
[PAUSE]
Now here's the thing — look at what God is doing here. God's promises are not hopes; they are guarantees signed in His own faithfulness.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9:11-13. Follow along in the King James as I read.
Verse 11: "And I will establish my covenant with you; neither shall all flesh be cut off any more by the waters of a flood; neither shall there any more be a flood to destroy the earth." Verse 12: "And God said, This is the token of the covenant which I make between me and you and every living creature that is with you, for perpetual generations:" Verse 13: "I do set my bow in the cloud, and it shall be for a token of a covenant between me and the earth."
[PAUSE]
Now here's the thing — look at what God is doing here. God's promises are not hopes; they are guarantees signed in His own faithfulness.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9:14-15. Follow along in the King James as I read.
Verse 14: "And it shall come to pass, when I bring a cloud over the earth, that the bow shall be seen in the cloud:" Verse 15: "And I will remember my covenant, which is between me and you and every living creature of all flesh; and the waters shall no more become a flood to destroy all flesh."
[PAUSE]
Now here's the thing — look at what God is doing here. God's promises are not hopes; they are guarantees signed in His own faithfulness.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9:16-18. Follow along in the King James as I read.
Verse 16: "And the bow shall be in the cloud; and I will look upon it, that I may remember the everlasting covenant between God and every living creature of all flesh that is upon the earth." Verse 17: "And God said unto Noah, This is the token of the covenant, which I have established between me and all flesh that is upon the earth." Verse 18: "And the sons of Noah, that went forth of the ark, were Shem, and Ham, and Japheth: and Ham is the father of Canaan."
[PAUSE]
Now here's the thing — look at what God is doing here. God's promises are not hopes; they are guarantees signed in His own faithfulness.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9:19-20. Follow along in the King James as I read.
Verse 19: "These are the three sons of Noah: and of them was the whole earth overspread." Verse 20: "And Noah began to be an husbandman, and he planted a vineyard:"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9:21-23. Follow along in the King James as I read.
Verse 21: "And he drank of the wine, and was drunken; and he was uncovered within his tent." Verse 22: "And Ham, the father of Canaan, saw the nakedness of his father, and told his two brethren without." Verse 23: "And Shem and Japheth took a garment, and laid it upon both their shoulders, and went backward, and covered the nakedness of their father; and their faces were backward, and they saw not their father’s nakedness."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9:24-25. Follow along in the King James as I read.
Verse 24: "And Noah awoke from his wine, and knew what his younger son had done unto him." Verse 25: "And he said, Cursed be Canaan; a servant of servants shall he be unto his brethren."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9:26-28. Follow along in the King James as I read.
Verse 26: "And he said, Blessed be the LORD God of Shem; and Canaan shall be his servant." Verse 27: "God shall enlarge Japheth, and he shall dwell in the tents of Shem; and Canaan shall be his servant." Verse 28: "And Noah lived after the flood three hundred and fifty years."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9:29-10:1. Follow along in the King James as I read.
Verse 29: "And all the days of Noah were nine hundred and fifty years: and he died." Verse 1: "Now these are the generations of the sons of Noah, Shem, Ham, and Japheth: and unto them were sons born after the flood."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10:2-4. Follow along in the King James as I read.
Verse 2: "The sons of Japheth; Gomer, and Magog, and Madai, and Javan, and Tubal, and Meshech, and Tiras." Verse 3: "And the sons of Gomer; Ashkenaz, and Riphath, and Togarmah." Verse 4: "And the sons of Javan; Elishah, and Tarshish, Kittim, and Dodanim."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10:5-6. Follow along in the King James as I read.
Verse 5: "By these were the isles of the Gentiles divided in their lands; every one after his tongue, after their families, in their nations." Verse 6: "And the sons of Ham; Cush, and Mizraim, and Phut, and Canaan."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10:7-9. Follow along in the King James as I read.
Verse 7: "And the sons of Cush; Seba, and Havilah, and Sabtah, and Raamah, and Sabtechah: and the sons of Raamah; Sheba, and Dedan." Verse 8: "And Cush begat Nimrod: he began to be a mighty one in the earth." Verse 9: "He was a mighty hunter before the LORD: wherefore it is said, Even as Nimrod the mighty hunter before the LORD."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10:10-11. Follow along in the King James as I read.
Verse 10: "And the beginning of his kingdom was Babel, and Erech, and Accad, and Calneh, in the land of Shinar." Verse 11: "Out of that land went forth Asshur, and builded Nineveh, and the city Rehoboth, and Calah,"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10:12-14. Follow along in the King James as I read.
Verse 12: "And Resen between Nineveh and Calah: the same is a great city." Verse 13: "And Mizraim begat Ludim, and Anamim, and Lehabim, and Naphtuhim," Verse 14: "And Pathrusim, and Casluhim, (out of whom came Philistim,) and Caphtorim."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10:15-16. Follow along in the King James as I read.
Verse 15: "And Canaan begat Sidon his first born, and Heth," Verse 16: "And the Jebusite, and the Amorite, and the Girgasite,"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10:17-19. Follow along in the King James as I read.
Verse 17: "And the Hivite, and the Arkite, and the Sinite," Verse 18: "And the Arvadite, and the Zemarite, and the Hamathite: and afterward were the families of the Canaanites spread abroad." Verse 19: "And the border of the Canaanites was from Sidon, as thou comest to Gerar, unto Gaza; as thou goest, unto Sodom, and Gomorrah, and Admah, and Zeboim, even unto Lasha."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10:20-21. Follow along in the King James as I read.
Verse 20: "These are the sons of Ham, after their families, after their tongues, in their countries, and in their nations." Verse 21: "Unto Shem also, the father of all the children of Eber, the brother of Japheth the elder, even to him were children born."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10:22-24. Follow along in the King James as I read.
Verse 22: "The children of Shem; Elam, and Asshur, and Arphaxad, and Lud, and Aram." Verse 23: "And the children of Aram; Uz, and Hul, and Gether, and Mash." Verse 24: "And Arphaxad begat Salah; and Salah begat Eber."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10:25-26. Follow along in the King James as I read.
Verse 25: "And unto Eber were born two sons: the name of one was Peleg; for in his days was the earth divided; and his brother’s name was Joktan." Verse 26: "And Joktan begat Almodad, and Sheleph, and Hazarmaveth, and Jerah,"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10:27-29. Follow along in the King James as I read.
Verse 27: "And Hadoram, and Uzal, and Diklah," Verse 28: "And Obal, and Abimael, and Sheba," Verse 29: "And Ophir, and Havilah, and Jobab: all these were the sons of Joktan."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10:30-31. Follow along in the King James as I read.
Verse 30: "And their dwelling was from Mesha, as thou goest unto Sephar a mount of the east." Verse 31: "These are the sons of Shem, after their families, after their tongues, in their lands, after their nations."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10:32. Follow along in the King James as I read.
Verse 32: "These are the families of the sons of Noah, after their generations, in their nations: and by these were the nations divided in the earth after the flood."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9:1-10:32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9:1-10:32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treat God's clear word as a suggestion we can edit.
So let's get personal. Four questions — and don't answer the easy way.
Question 1. Where in flood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Flood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Flood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"But flesh with the life thereof, which is the blood thereof, shall ye not eat." — that's Genesis 9:4.
Here is the whole trail in three sentences. THEN: Moses delivered Flood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3 · PART B</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Flood</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9:1-10:32</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Flood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9:4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B89442"/>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Text 5"/>
          <p:cNvSpPr/>
          <p:nvPr/>
        </p:nvSpPr>
        <p:spPr>
          <a:xfrm>
            <a:off x="2743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8" name="Shape 6"/>
          <p:cNvSpPr/>
          <p:nvPr/>
        </p:nvSpPr>
        <p:spPr>
          <a:xfrm>
            <a:off x="1522476" y="1051560"/>
            <a:ext cx="955548" cy="777240"/>
          </a:xfrm>
          <a:prstGeom prst="roundRect">
            <a:avLst>
              <a:gd name="adj" fmla="val 7059"/>
            </a:avLst>
          </a:prstGeom>
          <a:solidFill>
            <a:srgbClr val="1D2B1F"/>
          </a:solidFill>
          <a:ln w="12700">
            <a:solidFill>
              <a:srgbClr val="B89442"/>
            </a:solidFill>
            <a:prstDash val="solid"/>
          </a:ln>
        </p:spPr>
      </p:sp>
      <p:sp>
        <p:nvSpPr>
          <p:cNvPr id="9" name="Text 7"/>
          <p:cNvSpPr/>
          <p:nvPr/>
        </p:nvSpPr>
        <p:spPr>
          <a:xfrm>
            <a:off x="15224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blessed Noah and his sons, and said unto them, Be fruitful, and multiply, and replenish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fear of you and the dread of you shall be upon every beast of the earth, and upon every fowl of the air, upon all that moveth upon the earth, and upon all the fishes of the sea; into your hand are they delivered.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Every moving thing that liveth shall be meat for you; even as the green herb have I given you all things.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flesh with the life thereof, which is the blood thereof, shall ye not eat.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surely your blood of your lives will I require; at the hand of every beast will I require it, and at the hand of man; at the hand of every man’s brother will I require the life of man.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Every line of Scripture is a road, and every road runs to the cross.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9:6-8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Whoso sheddeth man’s blood, by man shall his blood be shed: for in the image of God made he man.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you, be ye fruitful, and multiply; bring forth abundantly in the earth, and multiply therein.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spake unto Noah, and to his sons with him, saying,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Every line of Scripture is a road, and every road runs to the cross.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9:9-10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behold, I establish my covenant with you, and with your seed after you;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with every living creature that is with you, of the fowl, of the cattle, and of every beast of the earth with you; from all that go out of the ark, to every beast of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God's promises are not hopes; they are guarantees signed in His own faithfulness.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9:11-13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will establish my covenant with you; neither shall all flesh be cut off any more by the waters of a flood; neither shall there any more be a flood to destroy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This is the token of the covenant which I make between me and you and every living creature that is with you, for perpetual generations: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 do set my bow in the cloud, and it shall be for a token of a covenant between me and the earth.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God's promises are not hopes; they are guarantees signed in His own faithfulness.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9:14-15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shall come to pass, when I bring a cloud over the earth, that the bow shall be seen in the cloud: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will remember my covenant, which is between me and you and every living creature of all flesh; and the waters shall no more become a flood to destroy all flesh.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God's promises are not hopes; they are guarantees signed in His own faithfulness.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9:16-18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bow shall be in the cloud; and I will look upon it, that I may remember the everlasting covenant between God and every living creature of all flesh that is upon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unto Noah, This is the token of the covenant, which I have established between me and all flesh that is upon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sons of Noah, that went forth of the ark, were Shem, and Ham, and Japheth: and Ham is the father of Canaan.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God's promises are not hopes; they are guarantees signed in His own faithfulness.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9:19-20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are the three sons of Noah: and of them was the whole earth overspread.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began to be an husbandman, and he planted a vineyard: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9:21-23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drank of the wine, and was drunken; and he was uncovered within his tent.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Ham, the father of Canaan, saw the nakedness of his father, and told his two brethren without.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Shem and Japheth took a garment, and laid it upon both their shoulders, and went backward, and covered the nakedness of their father; and their faces were backward, and they saw not their father’s nakedness.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9:24-25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awoke from his wine, and knew what his younger son had done unto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Cursed be Canaan; a servant of servants shall he be unto his brethren.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9:26-28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Blessed be the LORD God of Shem; and Canaan shall be his servant.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God shall enlarge Japheth, and he shall dwell in the tents of Shem; and Canaan shall be his servant.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Noah lived after the flood three hundred and fifty years.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9:29-10:1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all the days of Noah were nine hundred and fifty years: and he died.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these are the generations of the sons of Noah, Shem, Ham, and Japheth: and unto them were sons born after the flood.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sons of Japheth; Gomer, and Magog, and Madai, and Javan, and Tubal, and Meshech, and Tiras.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sons of Gomer; Ashkenaz, and Riphath, and Togarmah.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sons of Javan; Elishah, and Tarshish, Kittim, and Dodanim.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10:5-6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By these were the isles of the Gentiles divided in their lands; every one after his tongue, after their families, in their nations.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sons of Ham; Cush, and Mizraim, and Phut, and Canaan.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10:7-9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sons of Cush; Seba, and Havilah, and Sabtah, and Raamah, and Sabtechah: and the sons of Raamah; Sheba, and Dedan.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Cush begat Nimrod: he began to be a mighty one in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He was a mighty hunter before the LORD: wherefore it is said, Even as Nimrod the mighty hunter before the LORD.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10:10-11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beginning of his kingdom was Babel, and Erech, and Accad, and Calneh, in the land of Shinar.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Out of that land went forth Asshur, and builded Nineveh, and the city Rehoboth, and Calah,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10:12-14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Resen between Nineveh and Calah: the same is a great city.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Mizraim begat Ludim, and Anamim, and Lehabim, and Naphtuhim,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Pathrusim, and Casluhim, (out of whom came Philistim,) and Caphtorim.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10:15-16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Canaan begat Sidon his first born, and Heth,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Jebusite, and the Amorite, and the Girgasite,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10:17-19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Hivite, and the Arkite, and the Sinite,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Arvadite, and the Zemarite, and the Hamathite: and afterward were the families of the Canaanites spread abroad.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border of the Canaanites was from Sidon, as thou comest to Gerar, unto Gaza; as thou goest, unto Sodom, and Gomorrah, and Admah, and Zeboim, even unto Lasha.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10:20-21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are the sons of Ham, after their families, after their tongues, in their countries, and in their nations.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Unto Shem also, the father of all the children of Eber, the brother of Japheth the elder, even to him were children born.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10:22-24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 children of Shem; Elam, and Asshur, and Arphaxad, and Lud, and Aram.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children of Aram; Uz, and Hul, and Gether, and Mash.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Arphaxad begat Salah; and Salah begat Eber.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10:25-26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unto Eber were born two sons: the name of one was Peleg; for in his days was the earth divided; and his brother’s name was Joktan.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Joktan begat Almodad, and Sheleph, and Hazarmaveth, and Jerah,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10:27-29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Hadoram, and Uzal, and Diklah,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Obal, and Abimael, and Sheba,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Ophir, and Havilah, and Jobab: all these were the sons of Joktan.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10:30-31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their dwelling was from Mesha, as thou goest unto Sephar a mount of the east.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are the sons of Shem, after their families, after their tongues, in their lands, after their nations.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10:32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These are the families of the sons of Noah, after their generations, in their nations: and by these were the nations divided in the earth after the flood.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Flood.</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9:1-10:32.</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Creation / Fall.</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9:1-10:32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treat God's clear word as a suggestion we can edit.</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flood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Flood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Flood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"But flesh with the life thereof, which is the blood thereof, shall ye not eat."</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9:4</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Flood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Flood</dc:title>
  <dc:subject>Genesis 9:1-10:32</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