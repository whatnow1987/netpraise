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4c, Part B — Joseph. And this is the map.
Here's our main idea, and I want you to write this down: Beginnings — God creates, mankind falls, and grace begins its long march toward a Redeemer — and Joseph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Abraham / Promise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43:1-8. Follow along in the King James as I read.
Verse 1: "And the famine was sore in the land." Verse 4: "If thou wilt send our brother with us, we will go down and buy thee food:" Verse 8: "And Judah said unto Israel his father, Send the lad with me, and we will arise and go; that we may live, and not die, both we, and thou, and also our little ones."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43:12-15. Follow along in the King James as I read.
Verse 12: "And take double money in your hand; and the money that was brought again in the mouth of your sacks, carry it again in your hand; peradventure it was an oversight:" Verse 15: "And the men took that present, and they took double money in their hand, and Benjamin; and rose up, and went down to Egypt, and stood before Joseph."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43:19-26. Follow along in the King James as I read.
Verse 19: "And they came near to the steward of Joseph’s house, and they communed with him at the door of the house," Verse 23: "And he said, Peace be to you, fear not: your God, and the God of your father, hath given you treasure in your sacks: I had your money. And he brought Simeon out unto them." Verse 26: "And when Joseph came home, they brought him the present which was in their hand into the house, and bowed themselves to him to the earth."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43:30-34. Follow along in the King James as I read.
Verse 30: "And Joseph made haste; for his bowels did yearn upon his brother: and he sought where to weep; and he entered into his chamber, and wept there." Verse 34: "And he took and sent messes unto them from before him: but Benjamin’s mess was five times so much as any of theirs. And they drank, and were merry with him."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44:3-11. Follow along in the King James as I read.
Verse 3: "As soon as the morning was light, the men were sent away, they and their asses." Verse 7: "And they said unto him, Wherefore saith my lord these words? God forbid that thy servants should do according to this thing:" Verse 11: "Then they speedily took down every man his sack to the ground, and opened every man his sack."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44:14-18. Follow along in the King James as I read.
Verse 14: "And Judah and his brethren came to Joseph’s house; for he was yet there: and they fell before him on the ground." Verse 18: "Then Judah came near unto him, and said, Oh my lord, let thy servant, I pray thee, speak a word in my lord’s ears, and let not thine anger burn against thy servant: for thou art even as Pharaoh."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44:22-29. Follow along in the King James as I read.
Verse 22: "And we said unto my lord, The lad cannot leave his father: for if he should leave his father, his father would die." Verse 25: "And our father said, Go again, and buy us a little food." Verse 29: "And if ye take this also from me, and mischief befall him, ye shall bring down my gray hairs with sorrow to the grave."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44:33-45:2. Follow along in the King James as I read.
Verse 33: "Now therefore, I pray thee, let thy servant abide instead of the lad a bondman to my lord; and let the lad go up with his brethren." Verse 2: "And he wept aloud: and the Egyptians and the house of Pharaoh heard."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45:6-13. Follow along in the King James as I read.
Verse 6: "For these two years hath the famine been in the land: and yet there are five years, in the which there shall neither be earing nor harvest." Verse 10: "And thou shalt dwell in the land of Goshen, and thou shalt be near unto me, thou, and thy children, and thy children’s children, and thy flocks, and thy herds, and all that thou hast:" Verse 13: "And ye shall tell my father of all my glory in Egypt, and of all that ye have seen; and ye shall haste and bring down my father hither."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45:17-21. Follow along in the King James as I read.
Verse 17: "And Pharaoh said unto Joseph, Say unto thy brethren, This do ye; lade your beasts, and go, get you unto the land of Canaan;" Verse 21: "And the children of Israel did so: and Joseph gave them wagons, according to the commandment of Pharaoh, and gave them provision for the way."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45:24-46:4. Follow along in the King James as I read.
Verse 24: "So he sent his brethren away, and they departed: and he said unto them, See that ye fall not out by the way." Verse 28: "And Israel said, It is enough; Joseph my son is yet alive: I will go and see him before I die." Verse 4: "I will go down with thee into Egypt; and I will also surely bring thee up again: and Joseph shall put his hand upon thine eyes."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46:7-11. Follow along in the King James as I read.
Verse 7: "His sons, and his sons’ sons with him, his daughters, and his sons’ daughters, and all his seed brought he with him into Egypt." Verse 11: "And the sons of Levi; Gershon, Kohath, and Merari."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46:15-22. Follow along in the King James as I read.
Verse 15: "These be the sons of Leah, which she bare unto Jacob in Padanaram, with his daughter Dinah: all the souls of his sons and his daughters were thirty and three." Verse 18: "These are the sons of Zilpah, whom Laban gave to Leah his daughter, and these she bare unto Jacob, even sixteen souls." Verse 22: "These are the sons of Rachel, which were born to Jacob: all the souls were fourteen."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46:26-29. Follow along in the King James as I read.
Verse 26: "All the souls that came with Jacob into Egypt, which came out of his loins, besides Jacob’s sons’ wives, all the souls were threescore and six;" Verse 29: "And Joseph made ready his chariot, and went up to meet Israel his father, to Goshen, and presented himself unto him; and he fell on his neck, and wept on his neck a good while."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46:33-47:6. Follow along in the King James as I read.
Verse 33: "And it shall come to pass, when Pharaoh shall call you, and shall say, What is your occupation?" Verse 3: "And Pharaoh said unto his brethren, What is your occupation? And they said unto Pharaoh, Thy servants are shepherds, both we, and also our fathers." Verse 6: "The land of Egypt is before thee; in the best of the land make thy father and brethren to dwell; in the land of Goshen let them dwell: and if thou knowest any men of activity among them, then make them rulers over my cattle."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47:10-14. Follow along in the King James as I read.
Verse 10: "And Jacob blessed Pharaoh, and went out from before Pharaoh." Verse 14: "And Joseph gathered up all the money that was found in the land of Egypt, and in the land of Canaan, for the corn which they bought: and Joseph brought the money into Pharaoh’s house."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47:17-25. Follow along in the King James as I read.
Verse 17: "And they brought their cattle unto Joseph: and Joseph gave them bread in exchange for horses, and for the flocks, and for the cattle of the herds, and for the asses: and he fed them with bread for all their cattle for that year." Verse 21: "And as for the people, he removed them to cities from one end of the borders of Egypt even to the other end thereof." Verse 25: "And they said, Thou hast saved our lives: let us find grace in the sight of my lord, and we will be Pharaoh’s servants."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47:28-48:1. Follow along in the King James as I read.
Verse 28: "And Jacob lived in the land of Egypt seventeen years: so the whole age of Jacob was an hundred forty and seven years." Verse 1: "And it came to pass after these things, that one told Joseph, Behold, thy father is sick: and he took with him his two sons, Manasseh and Ephraim."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48:5-12. Follow along in the King James as I read.
Verse 5: "And now thy two sons, Ephraim and Manasseh, which were born unto thee in the land of Egypt before I came unto thee into Egypt, are mine; as Reuben and Simeon, they shall be mine." Verse 8: "And Israel beheld Joseph’s sons, and said, Who are these?" Verse 12: "And Joseph brought them out from between his knees, and he bowed himself with his face to the earth."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48:16-19. Follow along in the King James as I read.
Verse 16: "The Angel which redeemed me from all evil, bless the lads; and let my name be named on them, and the name of my fathers Abraham and Isaac; and let them grow into a multitude in the midst of the earth." Verse 19: "And his father refused, and said, I know it, my son, I know it: he also shall become a people, and he also shall be great: but truly his younger brother shall be greater than he, and his seed shall become a multitude of nations."
[PAUSE]
Now here's the thing — look at what God is doing here. Every line of Scripture is a road, and every road runs to the cross.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49:1-8. Follow along in the King James as I read.
Verse 1: "And Jacob called unto his sons, and said, Gather yourselves together, that I may tell you that which shall befall you in the last days." Verse 5: "Simeon and Levi are brethren; instruments of cruelty are in their habitations." Verse 8: "Judah, thou art he whom thy brethren shall praise: thy hand shall be in the neck of thine enemies; thy father’s children shall bow down before thee."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49:12-16. Follow along in the King James as I read.
Verse 12: "His eyes shall be red with wine, and his teeth white with milk." Verse 16: "Dan shall judge his people, as one of the tribes of Israel."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49:19-27. Follow along in the King James as I read.
Verse 19: "Gad, a troop shall overcome him: but he shall overcome at the last." Verse 23: "The archers have sorely grieved him, and shot at him, and hated him:" Verse 27: "Benjamin shall ravin as a wolf: in the morning he shall devour the prey, and at night he shall divide the spoil."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49:30-50:1. Follow along in the King James as I read.
Verse 30: "In the cave that is in the field of Machpelah, which is before Mamre, in the land of Canaan, which Abraham bought with the field of Ephron the Hittite for a possession of a buryingplace." Verse 1: "And Joseph fell upon his father’s face, and wept upon him, and kissed him."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50:5-12. Follow along in the King James as I read.
Verse 5: "My father made me swear, saying, Lo, I die: in my grave which I have digged for me in the land of Canaan, there shalt thou bury me. Now therefore let me go up, I pray thee, and bury my father, and I will come again." Verse 8: "And all the house of Joseph, and his brethren, and his father’s house: only their little ones, and their flocks, and their herds, they left in the land of Goshen." Verse 12: "And his sons did unto him according as he commanded them:"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50:16-19. Follow along in the King James as I read.
Verse 16: "And they sent a messenger unto Joseph, saying, Thy father did command before he died, saying," Verse 19: "And Joseph said unto them, Fear not: for am I in the place of God?"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50:23. Follow along in the King James as I read.
Verse 23: "And Joseph saw Ephraim’s children of the third generation: the children also of Machir the son of Manasseh were brought up upon Joseph’s knees."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43:1-50:26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43:1-50:26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hide our sin and manage our image rather than confess and be cleansed.
So let's get personal. Four questions — and don't answer the easy way.
Question 1. Where in joseph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Joseph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Joseph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"But as for you, ye thought evil against me; but God meant it unto good, to bring to pass, as it is this day, to save much people alive." — that's Genesis 50:20.
Here is the whole trail in three sentences. THEN: Moses delivered Joseph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4c · PART B</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Joseph</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43:1-50:26</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Joseph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50:20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1D2B1F"/>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Shape 5"/>
          <p:cNvSpPr/>
          <p:nvPr/>
        </p:nvSpPr>
        <p:spPr>
          <a:xfrm>
            <a:off x="1522476" y="1051560"/>
            <a:ext cx="955548" cy="777240"/>
          </a:xfrm>
          <a:prstGeom prst="roundRect">
            <a:avLst>
              <a:gd name="adj" fmla="val 7059"/>
            </a:avLst>
          </a:prstGeom>
          <a:solidFill>
            <a:srgbClr val="B89442"/>
          </a:solidFill>
          <a:ln w="12700">
            <a:solidFill>
              <a:srgbClr val="B89442"/>
            </a:solidFill>
            <a:prstDash val="solid"/>
          </a:ln>
        </p:spPr>
      </p:sp>
      <p:sp>
        <p:nvSpPr>
          <p:cNvPr id="8" name="Text 6"/>
          <p:cNvSpPr/>
          <p:nvPr/>
        </p:nvSpPr>
        <p:spPr>
          <a:xfrm>
            <a:off x="15224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9" name="Text 7"/>
          <p:cNvSpPr/>
          <p:nvPr/>
        </p:nvSpPr>
        <p:spPr>
          <a:xfrm>
            <a:off x="13030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43:1-8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famine was sore in the land.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If thou wilt send our brother with us, we will go down and buy thee food: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Judah said unto Israel his father, Send the lad with me, and we will arise and go; that we may live, and not die, both we, and thou, and also our little ones.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43:12-15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take double money in your hand; and the money that was brought again in the mouth of your sacks, carry it again in your hand; peradventure it was an oversight: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men took that present, and they took double money in their hand, and Benjamin; and rose up, and went down to Egypt, and stood before Joseph.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43:19-26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came near to the steward of Joseph’s house, and they communed with him at the door of the house,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Peace be to you, fear not: your God, and the God of your father, hath given you treasure in your sacks: I had your money. And he brought Simeon out unto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Joseph came home, they brought him the present which was in their hand into the house, and bowed themselves to him to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43:30-34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made haste; for his bowels did yearn upon his brother: and he sought where to weep; and he entered into his chamber, and wept there.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took and sent messes unto them from before him: but Benjamin’s mess was five times so much as any of theirs. And they drank, and were merry with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44:3-11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As soon as the morning was light, the men were sent away, they and their asses.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unto him, Wherefore saith my lord these words? God forbid that thy servants should do according to this thing: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they speedily took down every man his sack to the ground, and opened every man his sack.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44:14-18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Judah and his brethren came to Joseph’s house; for he was yet there: and they fell before him on the ground.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Judah came near unto him, and said, Oh my lord, let thy servant, I pray thee, speak a word in my lord’s ears, and let not thine anger burn against thy servant: for thou art even as Pharaoh.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44:22-29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we said unto my lord, The lad cannot leave his father: for if he should leave his father, his father would die.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our father said, Go again, and buy us a little food.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if ye take this also from me, and mischief befall him, ye shall bring down my gray hairs with sorrow to the grave.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44:33-45:2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therefore, I pray thee, let thy servant abide instead of the lad a bondman to my lord; and let the lad go up with his brethren.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wept aloud: and the Egyptians and the house of Pharaoh heard.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45:6-13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these two years hath the famine been in the land: and yet there are five years, in the which there shall neither be earing nor harvest.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thou shalt dwell in the land of Goshen, and thou shalt be near unto me, thou, and thy children, and thy children’s children, and thy flocks, and thy herds, and all that thou hast: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ye shall tell my father of all my glory in Egypt, and of all that ye have seen; and ye shall haste and bring down my father hither.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45:17-21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said unto Joseph, Say unto thy brethren, This do ye; lade your beasts, and go, get you unto the land of Canaan;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children of Israel did so: and Joseph gave them wagons, according to the commandment of Pharaoh, and gave them provision for the way.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45:24-46:4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So he sent his brethren away, and they departed: and he said unto them, See that ye fall not out by the way.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Israel said, It is enough; Joseph my son is yet alive: I will go and see him before I die.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 will go down with thee into Egypt; and I will also surely bring thee up again: and Joseph shall put his hand upon thine eyes.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46:7-11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His sons, and his sons’ sons with him, his daughters, and his sons’ daughters, and all his seed brought he with him into Egypt.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Levi; Gershon, Kohath, and Merari.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46:15-22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be the sons of Leah, which she bare unto Jacob in Padanaram, with his daughter Dinah: all the souls of his sons and his daughters were thirty and three.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sons of Zilpah, whom Laban gave to Leah his daughter, and these she bare unto Jacob, even sixteen souls.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sons of Rachel, which were born to Jacob: all the souls were fourteen.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46:26-29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All the souls that came with Jacob into Egypt, which came out of his loins, besides Jacob’s sons’ wives, all the souls were threescore and six;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made ready his chariot, and went up to meet Israel his father, to Goshen, and presented himself unto him; and he fell on his neck, and wept on his neck a good while.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46:33-47:6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shall come to pass, when Pharaoh shall call you, and shall say, What is your occupation?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said unto his brethren, What is your occupation? And they said unto Pharaoh, Thy servants are shepherds, both we, and also our fathers.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land of Egypt is before thee; in the best of the land make thy father and brethren to dwell; in the land of Goshen let them dwell: and if thou knowest any men of activity among them, then make them rulers over my cattle.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47:10-14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blessed Pharaoh, and went out from before Pharaoh.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gathered up all the money that was found in the land of Egypt, and in the land of Canaan, for the corn which they bought: and Joseph brought the money into Pharaoh’s house.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47:17-25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brought their cattle unto Joseph: and Joseph gave them bread in exchange for horses, and for the flocks, and for the cattle of the herds, and for the asses: and he fed them with bread for all their cattle for that year.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as for the people, he removed them to cities from one end of the borders of Egypt even to the other end thereof.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Thou hast saved our lives: let us find grace in the sight of my lord, and we will be Pharaoh’s servants.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47:28-48:1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lived in the land of Egypt seventeen years: so the whole age of Jacob was an hundred forty and seven years.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after these things, that one told Joseph, Behold, thy father is sick: and he took with him his two sons, Manasseh and Ephraim.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48:5-12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now thy two sons, Ephraim and Manasseh, which were born unto thee in the land of Egypt before I came unto thee into Egypt, are mine; as Reuben and Simeon, they shall be mine.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Israel beheld Joseph’s sons, and said, Who are these?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brought them out from between his knees, and he bowed himself with his face to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48:16-19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Angel which redeemed me from all evil, bless the lads; and let my name be named on them, and the name of my fathers Abraham and Isaac; and let them grow into a multitude in the midst of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his father refused, and said, I know it, my son, I know it: he also shall become a people, and he also shall be great: but truly his younger brother shall be greater than he, and his seed shall become a multitude of nations.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Every line of Scripture is a road, and every road runs to the cross.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49:1-8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called unto his sons, and said, Gather yourselves together, that I may tell you that which shall befall you in the last days.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Simeon and Levi are brethren; instruments of cruelty are in their habitations.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Judah, thou art he whom thy brethren shall praise: thy hand shall be in the neck of thine enemies; thy father’s children shall bow down before thee.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49:12-16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His eyes shall be red with wine, and his teeth white with milk.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Dan shall judge his people, as one of the tribes of Israel.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49:19-27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Gad, a troop shall overcome him: but he shall overcome at the last.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archers have sorely grieved him, and shot at him, and hated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Benjamin shall ravin as a wolf: in the morning he shall devour the prey, and at night he shall divide the spoil.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49:30-50:1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In the cave that is in the field of Machpelah, which is before Mamre, in the land of Canaan, which Abraham bought with the field of Ephron the Hittite for a possession of a buryingplace.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fell upon his father’s face, and wept upon him, and kissed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50:5-12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My father made me swear, saying, Lo, I die: in my grave which I have digged for me in the land of Canaan, there shalt thou bury me. Now therefore let me go up, I pray thee, and bury my father, and I will come again.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house of Joseph, and his brethren, and his father’s house: only their little ones, and their flocks, and their herds, they left in the land of Goshen.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his sons did unto him according as he commanded them: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50:16-19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sent a messenger unto Joseph, saying, Thy father did command before he died, saying,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said unto them, Fear not: for am I in the place of God?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50:23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saw Ephraim’s children of the third generation: the children also of Machir the son of Manasseh were brought up upon Joseph’s knees.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Joseph.</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43:1-50:26.</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Abraham / Promise.</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43:1-50:26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hide our sin and manage our image rather than confess and be cleansed.</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joseph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Joseph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Joseph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"But as for you, ye thought evil against me; but God meant it unto good, to bring to pass, as it is this day, to save much people alive."</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50:20</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Joseph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Joseph</dc:title>
  <dc:subject>Genesis 43:1-50:26</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